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Manrope" panose="020B0604020202020204" charset="0"/>
      <p:regular r:id="rId14"/>
      <p:bold r:id="rId15"/>
    </p:embeddedFont>
    <p:embeddedFont>
      <p:font typeface="Manrope SemiBold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80000"/>
              </a:lnSpc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</a:t>
            </a:r>
            <a:r>
              <a:rPr lang="en-GB" sz="1600" dirty="0" err="1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KrishiMitra</a:t>
            </a: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-AI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>
              <a:lnSpc>
                <a:spcPct val="70000"/>
              </a:lnSpc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 </a:t>
            </a:r>
            <a:r>
              <a:rPr lang="en-US" sz="1600" dirty="0"/>
              <a:t>Build an AI-powered solution that supports rural ecosystems, sustainability, and resource-efficient systems.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 Sagar Tate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700" y="86355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about the Idea: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1700" y="863550"/>
            <a:ext cx="6267900" cy="28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Your solution should be able to explain the following: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different is it from any of the other existing ideas?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will it be able to solve the problem?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USP of the proposed solution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It is always better to add a few visual representations (drawings/sketches/illustrations etc.) to your presentation, it adds to the power through which it reaches the audience.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Add a flow diagram or a use case diagram or an architecture diagram.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 (optional)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to be used in the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 (optional):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 as per the requirements for the hackathon: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172</Words>
  <Application>Microsoft Office PowerPoint</Application>
  <PresentationFormat>On-screen Show (16:9)</PresentationFormat>
  <Paragraphs>17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Manrope</vt:lpstr>
      <vt:lpstr>Manrope SemiBold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Tate, Sagar</cp:lastModifiedBy>
  <cp:revision>3</cp:revision>
  <dcterms:modified xsi:type="dcterms:W3CDTF">2026-02-12T12:28:19Z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e6ee112-9e5c-4f16-b63d-fcad06e1707e_Enabled">
    <vt:lpwstr>true</vt:lpwstr>
  </property>
  <property fmtid="{D5CDD505-2E9C-101B-9397-08002B2CF9AE}" pid="3" name="MSIP_Label_fe6ee112-9e5c-4f16-b63d-fcad06e1707e_SetDate">
    <vt:lpwstr>2026-02-12T12:14:03Z</vt:lpwstr>
  </property>
  <property fmtid="{D5CDD505-2E9C-101B-9397-08002B2CF9AE}" pid="4" name="MSIP_Label_fe6ee112-9e5c-4f16-b63d-fcad06e1707e_Method">
    <vt:lpwstr>Standard</vt:lpwstr>
  </property>
  <property fmtid="{D5CDD505-2E9C-101B-9397-08002B2CF9AE}" pid="5" name="MSIP_Label_fe6ee112-9e5c-4f16-b63d-fcad06e1707e_Name">
    <vt:lpwstr>Internal Use</vt:lpwstr>
  </property>
  <property fmtid="{D5CDD505-2E9C-101B-9397-08002B2CF9AE}" pid="6" name="MSIP_Label_fe6ee112-9e5c-4f16-b63d-fcad06e1707e_SiteId">
    <vt:lpwstr>8ac76c91-e7f1-41ff-a89c-3553b2da2c17</vt:lpwstr>
  </property>
  <property fmtid="{D5CDD505-2E9C-101B-9397-08002B2CF9AE}" pid="7" name="MSIP_Label_fe6ee112-9e5c-4f16-b63d-fcad06e1707e_ActionId">
    <vt:lpwstr>eb7450e8-f241-4a76-9e28-1b3f993c2a51</vt:lpwstr>
  </property>
  <property fmtid="{D5CDD505-2E9C-101B-9397-08002B2CF9AE}" pid="8" name="MSIP_Label_fe6ee112-9e5c-4f16-b63d-fcad06e1707e_ContentBits">
    <vt:lpwstr>0</vt:lpwstr>
  </property>
  <property fmtid="{D5CDD505-2E9C-101B-9397-08002B2CF9AE}" pid="9" name="MSIP_Label_fe6ee112-9e5c-4f16-b63d-fcad06e1707e_Tag">
    <vt:lpwstr>10, 3, 0, 1</vt:lpwstr>
  </property>
</Properties>
</file>